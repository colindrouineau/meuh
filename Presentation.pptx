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ycy Chab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BF2A6-A14E-4EE6-AB2F-26801DABF330}">
  <a:tblStyle styleId="{6F5BF2A6-A14E-4EE6-AB2F-26801DABF3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7-10T16:25:30.451">
    <p:pos x="6000" y="0"/>
    <p:text>présenter l'entreprise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f8e41b5b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f8e41b5b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Expliquer le principe, la mission de l’entreprise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présenter l’entreprise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f8e41b5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8f8e41b5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plusieurs slides : CDC + notre réponse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b56503cf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b56503cf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b56503cf0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b56503cf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b56503cf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b56503cf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b56503cf0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b56503cf0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b56503cf0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b56503cf0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plusieurs slides : CDC + notre réponse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b56503cf0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b56503cf0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b56503cf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b56503c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b56503cf0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b56503cf0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b56503cf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b56503cf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b56503cf0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b56503cf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5854fb2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5854fb2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fr" sz="1600">
                <a:solidFill>
                  <a:srgbClr val="595959"/>
                </a:solidFill>
              </a:rPr>
              <a:t>Objectif : envoyer toutes les infos régulièrement</a:t>
            </a:r>
            <a:endParaRPr sz="16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fr" sz="1400">
                <a:solidFill>
                  <a:srgbClr val="595959"/>
                </a:solidFill>
              </a:rPr>
              <a:t>Uniformiser l’information</a:t>
            </a:r>
            <a:endParaRPr sz="1400">
              <a:solidFill>
                <a:srgbClr val="595959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fr" sz="1600">
                <a:solidFill>
                  <a:srgbClr val="595959"/>
                </a:solidFill>
              </a:rPr>
              <a:t>Automatiser la création d’un fichier excell et l’envoi d’un mail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fr" sz="1600">
                <a:solidFill>
                  <a:srgbClr val="595959"/>
                </a:solidFill>
              </a:rPr>
              <a:t>Par exemple, un tableur excell pour chaque ferme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fr" sz="1600">
                <a:solidFill>
                  <a:srgbClr val="595959"/>
                </a:solidFill>
              </a:rPr>
              <a:t>Ou un tableur excell avec un onglet par ferme. Tout est possible, ça dépend de la structure de la base de données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b56503c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b56503c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b56503cf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b56503cf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b56503cf0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b56503cf0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8f8e41b5b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8f8e41b5b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b56503cf0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b56503cf0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b56503cf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b56503c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nHJW-5sigJMgI4pJrLSxR3XRyCvH0ChW/view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ohrWBK38UbXw_0Kn5PH4Vvlct1wIv1EU/view" TargetMode="External"/><Relationship Id="rId4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2473"/>
            <a:ext cx="9143999" cy="33420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420900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320"/>
              <a:t>projet S2 : Elisa Skowronek, Colin Drouineau, Cyrianne Chabert</a:t>
            </a:r>
            <a:endParaRPr sz="132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J’achète fermier !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Développement d’un site comme interface et création/gestion d’une base de données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595" y="80650"/>
            <a:ext cx="1650125" cy="15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Attentes du client - Cahier des Charges (CdC)</a:t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515250" y="117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{6F5BF2A6-A14E-4EE6-AB2F-26801DABF330}</a:tableStyleId>
              </a:tblPr>
              <a:tblGrid>
                <a:gridCol w="1740675"/>
                <a:gridCol w="3421875"/>
                <a:gridCol w="2789875"/>
              </a:tblGrid>
              <a:tr h="40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Phases du projet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Attente du client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Solutions proposées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Phase 1 : site interactif pour le fermier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fermier doit pouvoir avoir accès aux tâches à effectuer de la journée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page d’accueil =&gt; date du jour avec une liste de tâches pour ce jour-ci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fermier doit avoir accès aux recettes des différents produits de la ferme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page d’accueil =&gt; onglet recettes avec accès à toutes les recettes + notice nettoyage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fermier doit pouvoir suivre l’avancée de ses tâches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on peut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cocher les tâches effectuées au fur et à mesure de la journée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fermier doit pouvoir rajouter des tâches à faire dans le futur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page d’accueil =&gt; calendrier avec possibilité de rajouter des éléments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1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6397" y="891150"/>
            <a:ext cx="4877600" cy="38810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99450" y="1318519"/>
            <a:ext cx="4682100" cy="18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date du jour sur la page d’accueil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liste des tâches à effectuer dans la journée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choix du produit (lait, yaourt, crèmes …) et arômes si nécessaires.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Puis on enregistre toutes les données dans une BDD.</a:t>
            </a:r>
            <a:endParaRPr sz="14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000" y="3397375"/>
            <a:ext cx="2947000" cy="13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1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83550" y="1334775"/>
            <a:ext cx="2412600" cy="32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on accède aux recettes depuis la page d’accueil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on clique sur le texte en gras pour ouvrir un menu </a:t>
            </a:r>
            <a:r>
              <a:rPr lang="fr" sz="1400"/>
              <a:t>déroulant</a:t>
            </a:r>
            <a:r>
              <a:rPr lang="fr" sz="1400"/>
              <a:t> qui explique les recettes avec toutes les étapes (cf vidéo de fin)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de même pour les consignes de nettoyage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698" y="1170125"/>
            <a:ext cx="6068900" cy="36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1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1649275" y="3744625"/>
            <a:ext cx="57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16"/>
              <a:t>on appuie sur les cases pour cocher les tâches faites ou non</a:t>
            </a:r>
            <a:endParaRPr sz="5016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075" y="1473175"/>
            <a:ext cx="3536152" cy="19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427" y="1473175"/>
            <a:ext cx="3536152" cy="19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 rot="2700000">
            <a:off x="5097549" y="2592157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 rot="2700000">
            <a:off x="877399" y="2592157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 rot="10800000">
            <a:off x="4224630" y="2621971"/>
            <a:ext cx="589800" cy="124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70375" y="2896425"/>
            <a:ext cx="5046000" cy="19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en bleu clair : la case du jour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en vert clair : la case sélectionnée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on peut ajouter un </a:t>
            </a:r>
            <a:r>
              <a:rPr lang="fr" sz="1400"/>
              <a:t>événement</a:t>
            </a:r>
            <a:r>
              <a:rPr lang="fr" sz="1400"/>
              <a:t> sur chaque journée ou en supprimer un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problème : c’est la case qui est le “bouton” et non l’événement lui-même =&gt; limité en nombre d’évènements</a:t>
            </a:r>
            <a:endParaRPr sz="1400"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50" y="95375"/>
            <a:ext cx="3107251" cy="236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550" y="95375"/>
            <a:ext cx="3107251" cy="2361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6175" y="2571750"/>
            <a:ext cx="3107264" cy="236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 rot="2700000">
            <a:off x="2617574" y="1499807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 rot="2700000">
            <a:off x="5026999" y="935007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01450" y="95375"/>
            <a:ext cx="3204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00"/>
              <a:t>1</a:t>
            </a:r>
            <a:endParaRPr sz="14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6963800" y="95375"/>
            <a:ext cx="3204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00"/>
              <a:t>2</a:t>
            </a:r>
            <a:endParaRPr sz="140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5612800" y="2546050"/>
            <a:ext cx="3204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00"/>
              <a:t>3</a:t>
            </a:r>
            <a:endParaRPr sz="1400"/>
          </a:p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Attentes du client - Cahier des Charges (CdC)</a:t>
            </a:r>
            <a:endParaRPr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515250" y="11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{6F5BF2A6-A14E-4EE6-AB2F-26801DABF330}</a:tableStyleId>
              </a:tblPr>
              <a:tblGrid>
                <a:gridCol w="1740675"/>
                <a:gridCol w="3421875"/>
                <a:gridCol w="2789875"/>
              </a:tblGrid>
              <a:tr h="40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Phases du projet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Attente du client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Solutions proposées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Phase 2 : création d’une BDD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le fermier doit avoir accès à son propre compte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page d’inscription et de connexion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création d’une BDD avec les tâches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grâce à SQLite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Phase 3 : informations pour RESAN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fermier doit pouvoir enregistrer ses données dans la BDD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bouton qui permet de valider toutes les tâches effectuées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ces données sont accessibles par RESAN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envoi de mail automatique tous les jours avec le récap des données des fermiers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81400" y="9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2</a:t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00" y="666775"/>
            <a:ext cx="3987349" cy="286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050" y="700700"/>
            <a:ext cx="3692075" cy="26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909900" y="3555013"/>
            <a:ext cx="4254300" cy="14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380"/>
              <a:t>page d’inscription / connexion</a:t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fr" sz="1380"/>
              <a:t>Critères d’unicité de l’identifiant et de l’adresse mail</a:t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80"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1850" y="4120837"/>
            <a:ext cx="1824375" cy="9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/>
          <p:nvPr/>
        </p:nvSpPr>
        <p:spPr>
          <a:xfrm rot="2700000">
            <a:off x="526449" y="1485057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fr" sz="2420"/>
              <a:t>Connexion au site quand l’identifiant est déjà existant - vidéo</a:t>
            </a:r>
            <a:endParaRPr sz="2420"/>
          </a:p>
        </p:txBody>
      </p:sp>
      <p:pic>
        <p:nvPicPr>
          <p:cNvPr id="138" name="Google Shape;138;p22" title="Meuuh 1 inscription raté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200" y="1094500"/>
            <a:ext cx="6159727" cy="3904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2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516300" y="2310300"/>
            <a:ext cx="42543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380"/>
              <a:t>Base de donnée avec des tables pour répertorier :</a:t>
            </a:r>
            <a:endParaRPr sz="1380"/>
          </a:p>
          <a:p>
            <a:pPr indent="-31623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380"/>
              <a:buChar char="-"/>
            </a:pPr>
            <a:r>
              <a:rPr lang="fr" sz="1380"/>
              <a:t>Les utilisateurs</a:t>
            </a:r>
            <a:endParaRPr sz="1380"/>
          </a:p>
          <a:p>
            <a:pPr indent="-31623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80"/>
              <a:buChar char="-"/>
            </a:pPr>
            <a:r>
              <a:rPr lang="fr" sz="1380"/>
              <a:t>Les tâches à effectuer</a:t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80"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500" y="800600"/>
            <a:ext cx="3629101" cy="405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26" y="0"/>
            <a:ext cx="85703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 - Phase 3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636925" y="3156450"/>
            <a:ext cx="7994700" cy="11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380"/>
              <a:t>ce bouton permet d’enregistrer toutes les tâches effectuées dans la journée dans la base de données</a:t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fr" sz="1380"/>
              <a:t>puis ces tâches apparaissent en bas, et sont supprimées de la liste des choses à faire</a:t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80"/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fr" sz="1380"/>
              <a:t>envoi d’un mail tous les jours à RESAN avec un récapitulatif des tâches effectuées par les fermiers</a:t>
            </a:r>
            <a:endParaRPr sz="1380"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888" y="1343050"/>
            <a:ext cx="4884224" cy="15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 rot="2700000">
            <a:off x="5573674" y="2119432"/>
            <a:ext cx="195586" cy="18413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355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à RESAN avec un tableur excell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3017975"/>
            <a:ext cx="5080200" cy="1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Uniformiser l’information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Automiser le transfert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800"/>
              <a:t>Fichier excell, mail</a:t>
            </a:r>
            <a:endParaRPr sz="1800"/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25" y="1017725"/>
            <a:ext cx="222885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150" y="209550"/>
            <a:ext cx="29718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7175" y="1017725"/>
            <a:ext cx="2467271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Interface du site - vidéo complète</a:t>
            </a:r>
            <a:endParaRPr/>
          </a:p>
        </p:txBody>
      </p:sp>
      <p:pic>
        <p:nvPicPr>
          <p:cNvPr id="180" name="Google Shape;180;p27" title="Vidé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1075" y="1134750"/>
            <a:ext cx="6186452" cy="392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Répartition du travail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Colin : mise en forme des données transmises par l’encadrant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Elisa : travail sur la page d’inscription et de connexion, sur tout le back-end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Cyrianne : travail sur le front-end et le calendrier 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675" y="1152475"/>
            <a:ext cx="3882624" cy="324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Difficultés le long du projet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52475"/>
            <a:ext cx="85206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gérer le lien entre back-end et front-end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création d’une BDD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mise en commun des différentes parties du site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inscription / connexion sécurisée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calendrier avec ajout de tâches</a:t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Bilan et Limites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1700" y="1152475"/>
            <a:ext cx="85206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y a encore quelques problèmes 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relier les tâches du calendrier aux tâches journalières sur la page d’accueil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 mail automatique ne marche que sur une version assez ancienne de Outlook, ce qui ne permet pas d’étendre cela à tout RESAN + aux fermiers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 site n’est pas opérationnel sans passer par le terminal et VS-code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les événements du calendrier ne sont pas des boutons =&gt; ils sont limités en nombre par jour</a:t>
            </a:r>
            <a:endParaRPr/>
          </a:p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4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ANNEXES</a:t>
            </a:r>
            <a:endParaRPr/>
          </a:p>
        </p:txBody>
      </p:sp>
      <p:sp>
        <p:nvSpPr>
          <p:cNvPr id="209" name="Google Shape;20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Solutions proposées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Interface fermier.ère / RESAN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Pour le.a fermier.ère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Avoir un aperçu global et pratique des tâches à effectuer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Pouvoir accéder facilement aux recettes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Envoyer rapidement à RESAN les informations nécessaires à la traçabilité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Remplir une seule fois les informations de façon à ce qu’elles soient accessibles directement à tous les acteurs qui en ont besoin (livreurs, fournisseurs, RESAN)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Pour RESAN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Centralisation, systématisation et donc clarification de la base de données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Meilleure communication avec les fermier.ères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La simplification de la paperasse pour les fermier.ères abat une barrière à l’entrée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